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1188720"/>
            <a:ext cx="8321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Document Extraction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11480" y="2011680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Findings — Vision vs Document Intelligence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11480" y="2606040"/>
            <a:ext cx="41148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2788920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WinWire Technologies  ×  Whiting-Turner Contracting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Headcount Ledger — Phase 2 AI Extraction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457200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Azure pricing pages (2026) · POC run on 20 real WT contractor forms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Tested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114800" cy="4023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4114800" cy="38404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77724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A — GPT-4.1-mini Vision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298448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PDF/Image → convert pages to JPEG (PyMuPDF)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956816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page images → single GPT-4.1-mini call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2615184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strict mode structured output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3273552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sees the image — reasons like a human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777240"/>
            <a:ext cx="4114800" cy="4023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777240"/>
            <a:ext cx="4114800" cy="38404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3" name="Text 11"/>
          <p:cNvSpPr/>
          <p:nvPr/>
        </p:nvSpPr>
        <p:spPr>
          <a:xfrm>
            <a:off x="4892040" y="77724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B — Azure DI + GPT-4.1-mini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92040" y="1298448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PDF/Image → Azure Document Intelligence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92040" y="1956816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prebuilt-layout + keyValuePairs (v4.0 GA)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92040" y="2615184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extracted text → GPT-4.1-mini → JSON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92040" y="3273552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reads text only — never sees image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74320" y="475488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dataset: 20 files — 11 PDFs + 9 PNG/JPG images — real WT contractor daily reports (typed, handwritten, mixed)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Azure Charges for Image Vision — Official Formulas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1148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4114800" cy="38404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77724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/ GPT-4.1  (Tile Method)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29844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Fit image within 2048×2048 px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84708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Scale shortest side to 768 px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39572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Count 512×512 tiles needed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94436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Tokens = 85 + (170 × tiles)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49300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A4 form @ 200 DPI = 765 tokens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777240"/>
            <a:ext cx="411480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777240"/>
            <a:ext cx="4114800" cy="38404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4892040" y="77724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GPT-4.1-mini / nano  (Patch Method)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129844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Divide image into 32×32 patches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0" y="184708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Budget = max 1,536 patches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239572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If over budget → shrink proportionally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37760" y="294436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Tokens = patches × 1.62 (mini)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37760" y="349300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A4 form @ 200 DPI = 2,424 tokens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4389120"/>
            <a:ext cx="8595360" cy="621792"/>
          </a:xfrm>
          <a:prstGeom prst="rect">
            <a:avLst/>
          </a:prstGeom>
          <a:solidFill>
            <a:srgbClr val="FEF3C7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7200" y="4462272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Mini/nano use a DIFFERENT formula than GPT-4o — patch × multiplier, not tiles. Despite more tokens, mini is still cheapest because its per-token price ($0.40/1M) is 6× lower than GPT-4o ($2.50/1M).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74320" y="5010912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developers.openai.com/api/docs/guides/images-vision (2026)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Page — All Approaches (2026 Azure Pricing)</a:t>
            </a:r>
            <a:endParaRPr lang="en-US" sz="2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77240"/>
          <a:ext cx="85953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188720"/>
                <a:gridCol w="1188720"/>
                <a:gridCol w="1188720"/>
                <a:gridCol w="1005840"/>
                <a:gridCol w="118872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Approach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 Tokens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Tokens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 Tokens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 Fee/page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$/page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GPT-4.1-mini Vision 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2,424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$0.00129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GPT-5.1 Vision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$0.00271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GPT-4o Vision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$0.00391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 + GPT-4.1-mini 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(text only)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$0.01056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 + GPT-5.1 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(text only)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$0.01250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 + GPT-4o 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(text only)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$0.01350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274320" y="4370832"/>
            <a:ext cx="8595360" cy="621792"/>
          </a:xfrm>
          <a:prstGeom prst="rect">
            <a:avLst/>
          </a:prstGeom>
          <a:solidFill>
            <a:srgbClr val="CCFBF1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57200" y="4443984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DI flat fee ($0.01/page) = cost of ~25,000 gpt-4.1-mini input tokens. A typical page yields only 800 tokens. DI is 8-10× more expensive AND less accurate on handwriting.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274320" y="5029200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Azure OpenAI pricing + Azure DI pricing pages, April 2026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Sample Results — What the Model Got Right &amp; Wrong</a:t>
            </a:r>
            <a:endParaRPr lang="en-US" sz="2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749808"/>
          <a:ext cx="877824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188720"/>
                <a:gridCol w="1188720"/>
                <a:gridCol w="1828800"/>
                <a:gridCol w="2011680"/>
                <a:gridCol w="6400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 / Date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Ground Truth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Vision Result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DI+LLM Result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Winner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HJK Masonry 12/17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TotalWorkers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HJK Masonry 12/18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TotalWorkers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❌  (DI read '1' as '7')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Vision 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CSC 02/17 (blank#col)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TotalWorkers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workers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✅  (counted rows)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 ❌  (summed hours)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Vision 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CSC 02/18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TotalWorkHr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 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 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Walls-Ceilings 5 days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Reports found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daily reports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✅  (all pages)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❌  (F0 truncated)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Vision 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Rogers Electric 03/11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TotalWorkers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HJK Masonry (pre-fix)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2024-12-17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1925-12-17 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2024-12-17 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9770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 ✅  (CoT fixed Vision)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82880" y="4919472"/>
            <a:ext cx="8778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'pre-fix' date error was resolved by adding Chain-of-Thought reasoning field to Pydantic schema → model explains before extracting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— Why DI+LLM Fails on Handwritten Forms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2743200" cy="3977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91440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❌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11480" y="1572768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misreads handwritten numbers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2240280"/>
            <a:ext cx="24688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read '1 Operator' as '7 Operators' — handwritten '1' and '7' look similar in cursive.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DI gets it wrong, LLM trusts that text. It never sees the original image.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777240"/>
            <a:ext cx="2743200" cy="3977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069080" y="91440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⚠️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383280" y="1572768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F0 tier silently truncates pages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83280" y="2240280"/>
            <a:ext cx="24688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 processes only 2 pages max per call. A 5-page weekly report returns only 2 records. No error is thrown — data is silently lost.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must use S0 tier.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777240"/>
            <a:ext cx="2743200" cy="3977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040880" y="91440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🔍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355080" y="1572768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cannot fix bad OCR input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55080" y="2240280"/>
            <a:ext cx="24688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DI extracts wrong text, the LLM reasons correctly from bad data.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'1 Foreman + 1 Bricklayer + 7 Operators = 9' — model adds correctly but input was already wrong.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— Production Pipeline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8595360" cy="8961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04672"/>
            <a:ext cx="109728" cy="89611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877824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Handwritten PDFs / Photos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154680" y="877824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GPT-4.1-mini Vision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2801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OCR fails on cursive numbers. Vision reasons from image. 8× cheaper than DI+LLM.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828800"/>
            <a:ext cx="8595360" cy="8961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828800"/>
            <a:ext cx="109728" cy="89611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90195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/ Digital PDFs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154680" y="190195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GPT-4.1-mini Vision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23042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Vision approach — simpler pipeline, same low cost. DI adds $0.01/page fee with no accuracy benefit.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852928"/>
            <a:ext cx="8595360" cy="8961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852928"/>
            <a:ext cx="109728" cy="896112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292608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/ XLSX files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154680" y="292608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only — no AI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3328416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Tabular data is 100% deterministic. No AI needed. Zero cost.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877056"/>
            <a:ext cx="8595360" cy="8961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877056"/>
            <a:ext cx="109728" cy="89611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395020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DOCX files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154680" y="395020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to PDF → Vision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" y="4352544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PyMuPDF to render pages as images, then Vision pipeline. No extra cost.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Requirements &amp; Next Steps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11480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9418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05840" y="941832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 to GPT-4o for production handwriting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517904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gpt-4.1-mini worked in POC. Production accuracy on complex handwriting needs gpt-4o-2024-08-06 ($0.00391/page). Still 2.5× cheaper than any DI+LLM approach.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2889504"/>
            <a:ext cx="411480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11480" y="302666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05840" y="3026664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WT sample documents per subcontractor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3602736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2-3 representative samples from each of the ~6-8 subcontractor formats before building the full extraction pipeline.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804672"/>
            <a:ext cx="411480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0" y="9418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🔀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440680" y="941832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document classifier / router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0" y="1517904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Auto-detect: handwritten vs typed vs Excel → route to correct pipeline. Reduces errors without adding cost.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09160" y="2889504"/>
            <a:ext cx="411480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0" y="302666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440680" y="3026664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S0 required for production DI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46320" y="3602736"/>
            <a:ext cx="3840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F0 free tier silently truncates to 2 pages. If DI is used anywhere, S0 is mandatory. Cost: $10/1000 pages.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731520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— In Plain Words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63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is cheaper AND more accurate — for every document type we tested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20299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DI adds a $0.01/page flat fee that alone costs more than the entire Vision call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259689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misread handwritten '1' as '7' — a one-character error that corrupted the entire worker count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3163824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Chain-of-Thought prompting fixed the model's date confusion — always use a reasoning field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37307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PyMuPDF (not poppler) converts PDFs to images with no system dependency — Azure-ready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42976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gpt-4.1-mini for POC, upgrade to gpt-4o for production handwritten accuracy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Document Extraction POC — WT Headcount Ledger</dc:title>
  <dc:subject>PptxGenJS Presentation</dc:subject>
  <dc:creator>PptxGenJS</dc:creator>
  <cp:lastModifiedBy>PptxGenJS</cp:lastModifiedBy>
  <cp:revision>1</cp:revision>
  <dcterms:created xsi:type="dcterms:W3CDTF">2026-04-13T06:18:37Z</dcterms:created>
  <dcterms:modified xsi:type="dcterms:W3CDTF">2026-04-13T06:18:37Z</dcterms:modified>
</cp:coreProperties>
</file>