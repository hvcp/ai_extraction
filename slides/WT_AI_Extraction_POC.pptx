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Extraction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Findings — Vision vs Document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269748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880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WinWire Technologies  ×  Whiting-Turner Contracting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Ledger — Phase 2 AI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GPT-4.1 Vision Direct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→ convert pages to base64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all images to GPT-4.1-mini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structured output (strict mode)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the actual image — reasons like a human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Azure DI + LLM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→ Azure Document 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prebuilt-layout + keyValuePairs feature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→ GPT-4.1-mini → structured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extracted text — never sees image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dataset: 11 PDFs + 9 PNG/JPG images — contractor daily work reports (typed, handwritten, mixed formats)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File by File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Workers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Workers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HJK Dalies (handwritten)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4,3,3,3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 Dailys (handwritten)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16,48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Walls-Ceilings 5 days (typed)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32,32,36,37,37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32,32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Rogers Electric (typed)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/ CCC / Job Diary (typed)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Correct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~1,500–4,000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~700–800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DI F0 free tier truncates to 2 pages — Walls-Ceilings missing 3 of 5 reports. S0 required for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Why DI Fails on Handwriting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960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OCR misreads cursive numbers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'1' misread as '7' → Operator count wrong → LLM gets bad input and can't fix it — it never sees the image.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960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silently truncates on F0 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processes only first 2 pages. A 5-page weekly report → only 2 daily records extracted. Silent failure — no error returned.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9601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reasons from pixels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sees the actual handwriting, understands context, infers blank fields — same way a human reviewer would.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&amp; Cost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Vision vs DI+LLM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914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cost per page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 prebuilt-layout)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914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file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approach (2 pages)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(gpt-4.1-mini on Azure)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$/1K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$/1K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DI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(images)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+ LLM (text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$0.01/page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Production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32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PDFs / Photos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9326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Direct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OCR fails on cursive. Vision reasons from image.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109728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/ Digital PDFs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938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+ 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 cheaper tokens, same accuracy on clean 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109728" cy="8686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44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XLSX files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9443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only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needed. Pure tabular parsing is 100% accurate.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10972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502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files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950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→ Vision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PDF/image first, then Vision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Requirements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DI to S0 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free tier truncates to 2 pages. Production requires S0 at $10/1000 pages for full document processing.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GPT-4o for handwritten docs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works for POC. Production handwritten accuracy requires gpt-4o-2024-08-06 or later.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WT sample documents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representative samples from each subcontractor format before building classifier/router logic.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document router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document type → route to Vision or DI+LLM pipeline → reduces cost without sacrificing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wins on handwritten forms — proven with real WT documents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04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DI+LLM wins on cost for typed/digital PDFs — 3–5× fewer tokens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9352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need LLM — DI alone cannot produce structured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4655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(not poppler) for PDF→image — no system dependency for Azure 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995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prompting critical — fixed TotalWorkers accuracy from 2→4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Extraction POC — WinWire x Whiting-Turner</dc:title>
  <dc:subject>PptxGenJS Presentation</dc:subject>
  <dc:creator>PptxGenJS</dc:creator>
  <cp:lastModifiedBy>PptxGenJS</cp:lastModifiedBy>
  <cp:revision>1</cp:revision>
  <dcterms:created xsi:type="dcterms:W3CDTF">2026-04-09T06:26:13Z</dcterms:created>
  <dcterms:modified xsi:type="dcterms:W3CDTF">2026-04-09T06:26:13Z</dcterms:modified>
</cp:coreProperties>
</file>